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Mining: Unlocking Insights from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Overview of Concepts, Techniques, and Applications</a:t>
            </a:r>
          </a:p>
          <a:p/>
          <a:p>
            <a:r>
              <a:t>Your Name &amp;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Database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Definition: Extracting useful patterns and knowledge from large datasets.</a:t>
            </a:r>
          </a:p>
          <a:p>
            <a:r>
              <a:t>• Importance: Transforming raw data into actionable insights.</a:t>
            </a:r>
          </a:p>
          <a:p>
            <a:r>
              <a:t>• Fields involved: Statistics, Machine Learning, Artificial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Mining vs. Database Mining: Clarifying the overlap.</a:t>
            </a:r>
          </a:p>
          <a:p>
            <a:r>
              <a:t>• Core Components:</a:t>
            </a:r>
          </a:p>
          <a:p>
            <a:r>
              <a:t>  - Data extraction</a:t>
            </a:r>
          </a:p>
          <a:p>
            <a:r>
              <a:t>  - Pattern discovery</a:t>
            </a:r>
          </a:p>
          <a:p>
            <a:r>
              <a:t>  - Evaluation of results.</a:t>
            </a:r>
          </a:p>
          <a:p>
            <a:r>
              <a:t>• Example: Identifying shopping trends from customer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Classification: Assigning items to predefined categories.</a:t>
            </a:r>
          </a:p>
          <a:p>
            <a:r>
              <a:t>• Clustering: Grouping similar data points.</a:t>
            </a:r>
          </a:p>
          <a:p>
            <a:r>
              <a:t>• Association Rules: Finding relationships between variables.</a:t>
            </a:r>
          </a:p>
          <a:p>
            <a:r>
              <a:t>• Regression: Predicting a numeric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in the Database Mining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Selection: Choosing relevant data.</a:t>
            </a:r>
          </a:p>
          <a:p>
            <a:r>
              <a:t>2. Data Preprocessing: Cleaning and transforming data.</a:t>
            </a:r>
          </a:p>
          <a:p>
            <a:r>
              <a:t>3. Data Mining: Applying algorithms and techniques.</a:t>
            </a:r>
          </a:p>
          <a:p>
            <a:r>
              <a:t>4. Interpretation/Evaluation: Understanding the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Popular Tools:</a:t>
            </a:r>
          </a:p>
          <a:p>
            <a:r>
              <a:t>  - WEKA</a:t>
            </a:r>
          </a:p>
          <a:p>
            <a:r>
              <a:t>  - RapidMiner</a:t>
            </a:r>
          </a:p>
          <a:p>
            <a:r>
              <a:t>  - Apache Mahout</a:t>
            </a:r>
          </a:p>
          <a:p>
            <a:r>
              <a:t>  - Python libraries (e.g., pandas, scikit-learn).</a:t>
            </a:r>
          </a:p>
          <a:p>
            <a:r>
              <a:t>• Database Systems:</a:t>
            </a:r>
          </a:p>
          <a:p>
            <a:r>
              <a:t>  - SQL Databases</a:t>
            </a:r>
          </a:p>
          <a:p>
            <a:r>
              <a:t>  - NoSQL Databases.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Database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Business: Customer segmentation, fraud detection.</a:t>
            </a:r>
          </a:p>
          <a:p>
            <a:r>
              <a:t>• Healthcare: Predictive analysis, disease diagnosis.</a:t>
            </a:r>
          </a:p>
          <a:p>
            <a:r>
              <a:t>• Finance: Risk assessment, investment analysis.</a:t>
            </a:r>
          </a:p>
          <a:p>
            <a:r>
              <a:t>• E-commerce: Product recommendations, personalization.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Database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Handling Big Data: Volume, velocity, and variety.</a:t>
            </a:r>
          </a:p>
          <a:p>
            <a:r>
              <a:t>• Ensuring Data Privacy: Protecting sensitive information.</a:t>
            </a:r>
          </a:p>
          <a:p>
            <a:r>
              <a:t>• Managing Data Quality: Incomplete or noisy data.</a:t>
            </a:r>
          </a:p>
          <a:p>
            <a:r>
              <a:t>• Overcoming Algorithm Complexity.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Integration with AI and Machine Learning.</a:t>
            </a:r>
          </a:p>
          <a:p>
            <a:r>
              <a:t>• Use of Real-Time Data Mining.</a:t>
            </a:r>
          </a:p>
          <a:p>
            <a:r>
              <a:t>• Growth in Cloud-Based Solutions.</a:t>
            </a:r>
          </a:p>
          <a:p>
            <a:r>
              <a:t>• Rise of Explainable Data Mining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Summary of Database Mining's significance.</a:t>
            </a:r>
          </a:p>
          <a:p>
            <a:r>
              <a:t>• Reiteration of its transformative impact across industries.</a:t>
            </a:r>
          </a:p>
          <a:p>
            <a:r>
              <a:t>• Encouragement to explore further learning and applications.</a:t>
            </a:r>
          </a:p>
          <a:p/>
          <a:p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Page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