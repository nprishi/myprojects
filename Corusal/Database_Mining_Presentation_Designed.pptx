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Database Mining: Unlocking Insights from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An Overview of Concepts, Techniques, and Applications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Your Name &amp;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Introduction to Database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Definition: Extracting useful patterns and knowledge from large datasets.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Importance: Transforming raw data into actionable insights.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Fields involved: Statistics, Machine Learning, Artificial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Data Mining vs. Database Mining: Clarifying the overlap.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Core Components: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Data extraction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Pattern discovery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Evaluation of results.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Example: Identifying shopping trends from customer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Data Mining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Classification: Assigning items to predefined categories.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Clustering: Grouping similar data points.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Association Rules: Finding relationships between variables.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Regression: Predicting a numeric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Steps in the Database Mining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1. Data Selection: Choosing relevant data.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2. Data Preprocessing: Cleaning and transforming data.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3. Data Mining: Applying algorithms and techniques.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4. Interpretation/Evaluation: Understanding the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Tools and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Popular Tools: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WEKA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RapidMiner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Apache Mahout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Python libraries (e.g., pandas, scikit-learn).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Database Systems: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SQL Databases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  - NoSQL Databases.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Applications of Database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Business: Customer segmentation, fraud detection.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Healthcare: Predictive analysis, disease diagnosis.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Finance: Risk assessment, investment analysis.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E-commerce: Product recommendations, personalization.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Challenges in Database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Handling Big Data: Volume, velocity, and variety.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Ensuring Data Privacy: Protecting sensitive information.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Managing Data Quality: Incomplete or noisy data.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Overcoming Algorithm Complexity.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Future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Integration with AI and Machine Learning.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Use of Real-Time Data Mining.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Growth in Cloud-Based Solutions.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Rise of Explainable Data Mining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• Summary of Database Mining's significance.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Reiteration of its transformative impact across industries.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Encouragement to explore further learning and applications.</a:t>
            </a:r>
          </a:p>
          <a:p>
            <a:pPr>
              <a:defRPr sz="1800">
                <a:solidFill>
                  <a:srgbClr val="000000"/>
                </a:solidFill>
              </a:defRPr>
            </a:pP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3093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9A9A9"/>
                </a:solidFill>
              </a:defRPr>
            </a:pPr>
            <a:r>
              <a:t>Page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